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ij0pg1XIngwTd1P7ISmHnAF7j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96831A-89C6-448B-B48A-DD4DA865E2B9}">
  <a:tblStyle styleId="{4096831A-89C6-448B-B48A-DD4DA865E2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customschemas.google.com/relationships/presentationmetadata" Target="meta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ATREU TEMPERATURE</a:t>
            </a: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714900" y="2169775"/>
            <a:ext cx="4348800" cy="43734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Sociedad Agricola La Hornilla utiliza un sistema antiguo( 2004-2008) para monitorear temperaturas de túneles y cámaras de fruta, basado en tecnologías descontinuadas, como por ejemplo Adobe Flash Player en navegador.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sistema presenta: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obsoleta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dashboard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 que bloquean la pantalla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Exportaciones incompletas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login o control acceso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1975" y="2177325"/>
            <a:ext cx="4348800" cy="43734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programa ATREU TEMPERATURE, una plataforma que permita: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en tiempo real de sensores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interactivo para análisis rápido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alertas no intrusivo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Exportaciones a PDF y Excel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y control de acceso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moderna compatible con navegadores actuales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moderno y seguro para el monitoreo de temperaturas en túneles y cámaras de fruta, optimizando la visualización, gestión de alertas y análisis histórico.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dashboard interactivo con métricas y estados.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alertas automáticas y no intrusivas.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exportación completa en PDF y Excel.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Modernizar completamente la experiencia del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login con control de permisos.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337475" y="1586325"/>
            <a:ext cx="4774500" cy="48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5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sensores de túneles y cámaras.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5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informativo y dinámico.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5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alertas en ventana dedicada.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5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Exportación de historiales a PDF y Excel.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5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y roles desde la base de datos.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5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moderna y responsiva.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" name="Google Shape;134;p5"/>
          <p:cNvSpPr txBox="1"/>
          <p:nvPr/>
        </p:nvSpPr>
        <p:spPr>
          <a:xfrm>
            <a:off x="6164968" y="1586325"/>
            <a:ext cx="4774500" cy="48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32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Calibri"/>
              <a:buChar char="●"/>
            </a:pPr>
            <a:r>
              <a:rPr lang="es-CL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no controla hardware de sensores, solo consume la data existente.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32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Calibri"/>
              <a:buChar char="●"/>
            </a:pPr>
            <a:r>
              <a:rPr lang="es-CL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administración de usuarios debe hacerse desde BD, no desde interfaz.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32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Calibri"/>
              <a:buChar char="●"/>
            </a:pPr>
            <a:r>
              <a:rPr lang="es-CL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depende de la infraestructura de red del cliente.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3241000" y="738250"/>
            <a:ext cx="47748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0" y="777800"/>
            <a:ext cx="12192000" cy="6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desarrolló utilizando Metodología Ágil Scrum, organizada en Sprints, reuniones periódicas y entregas incrementales al cliente.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clave utilizados: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Vision Document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Stakeholder Map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Usuario + Épicas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Backlog priorizado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Planning por cada iteración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Done (DoD)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Reviews / Demos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Retrospectivas del equipo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52" name="Google Shape;152;p7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{4096831A-89C6-448B-B48A-DD4DA865E2B9}</a:tableStyleId>
              </a:tblPr>
              <a:tblGrid>
                <a:gridCol w="124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40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840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401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524475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25">
                <a:tc v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83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i="1" u="none" strike="noStrike" cap="non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actividades del punto anterior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0" y="895775"/>
            <a:ext cx="12192000" cy="59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Atreu Temperature utiliza una arquitectura Cliente–Servidor, donde el frontend, el backend y la base de datos funcionan como capas independientes pero integradas.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Front-End (Cliente) – React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Construido con React + TypeScript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Estilos con Tailwind CSS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interactivo con ECharts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Exportación a PDF y Excel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con backend vía API REST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sesión mediante tokens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Back-End (Servidor API) – Node + Express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REST desarrollada en Node.js + Express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Endpoints para: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Sensores y lecturas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de maduración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Exportaciones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con JWT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 un simulador que genera datos de prueba (temperaturas)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Base de Datos – Supabase (PostgreSQL)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Túneles y sensores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Lecturas en tiempo real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e históricos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1" name="Google Shape;16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975" y="2274075"/>
            <a:ext cx="5802576" cy="342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0" y="777800"/>
            <a:ext cx="6810900" cy="6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en Supabase (Postgres) con las entidades principales: users, roles, tunnels, processes, process_history, readings, temperature_alerts, files, user_sessions.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229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 clave: tunnel → processes → readings → alerts y users vinculados a procesos, alertas y sesiones.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esquema soporta trazabilidad (historial), autenticación y exportación de datos.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0" name="Google Shape;17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9600" y="992900"/>
            <a:ext cx="5682400" cy="323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-50" y="738250"/>
            <a:ext cx="12192000" cy="6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(librería principal)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 (tipado estático y mayor robustez)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Vite (herramienta de build rápida)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Tailwind CSS v4 (estilos utilitarios)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Router v7 (navegación de la app)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ECharts (gráficos de temperatura e históricos)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jspdf (generación de reportes en PDF)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exceljs (exportación de reportes en Excel)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(runtime de JavaScript en servidor)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Express.js (framework para API REST)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tsx (ejecución directa de TypeScript en tiempo real)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JWT / Token Bearer (autenticación)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Middleware requireAuth (protección de rutas)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Simulador de sensores (sim-real.ts) para datos sintéticos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(PostgreSQL)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JS Client (@supabase/supabase-js)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relacional con llaves foráneas y trazabilidad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 / Desarrollo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(control de versiones)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(gestión de código)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Trello / Scrum (metodología ágil, sprints)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Package Manager (npm) (gestión de dependencias)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componentes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REST (comunicación Frontend ↔ Backend)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Wrapper personalizado (cliente HTTP propio)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Access Layer (DAL) (abstracción para la BD)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0"/>
          <p:cNvCxnSpPr/>
          <p:nvPr/>
        </p:nvCxnSpPr>
        <p:spPr>
          <a:xfrm>
            <a:off x="0" y="207552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 txBox="1"/>
          <p:nvPr/>
        </p:nvSpPr>
        <p:spPr>
          <a:xfrm>
            <a:off x="1" y="1459095"/>
            <a:ext cx="12192000" cy="5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100% funcional con interfaz moderna.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 no intrusivas con comportamiento automático.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clara de sensores y procesos.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Exportación completa de historiales.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eficiencia operativa para el equipo de control de frío.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1" y="1360773"/>
            <a:ext cx="121920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Adaptarse a datos reales de sensores antiguos.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Reemplazar interfaces basadas en Adobe.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del módulo de exportación.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documentación del sistema original.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Fallas de red en pruebas reales.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14</Slides>
  <Notes>14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SERGIO ANDRES RODRIGUEZ ANDRADE</cp:lastModifiedBy>
  <cp:revision>1</cp:revision>
  <dcterms:created xsi:type="dcterms:W3CDTF">2023-10-28T21:12:11Z</dcterms:created>
  <dcterms:modified xsi:type="dcterms:W3CDTF">2025-12-09T01:47:19Z</dcterms:modified>
</cp:coreProperties>
</file>